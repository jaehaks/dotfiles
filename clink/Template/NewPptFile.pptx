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61300-2714-940A-37BD-0C2CB600E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8E05E6-0EBC-6151-1995-A59A67A11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928079-40D3-60D9-746E-2D61893F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96387-A59A-4185-11A0-6214954B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DD41B-9A09-BA5B-18E3-DA392BC8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019EA3-99B1-494B-643C-14B6F7CD5676}"/>
              </a:ext>
            </a:extLst>
          </p:cNvPr>
          <p:cNvCxnSpPr/>
          <p:nvPr userDrawn="1"/>
        </p:nvCxnSpPr>
        <p:spPr>
          <a:xfrm>
            <a:off x="0" y="442800"/>
            <a:ext cx="121920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09DCE-F722-19E1-C5C7-0D6D5272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273A6-4FB6-FD5F-C339-25A11CF2A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C8BA50-810B-43FC-8C16-450AE9DB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31A434-7A38-B472-C512-81389FC4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142ECD-D68C-8ECB-D994-8FDF5970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53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483FD-083F-8B6A-9268-C1258537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C4606-9C53-4209-CDD8-173CF9448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B2680-0DEB-74F3-D148-0D7FD238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401FFD-A336-7831-3555-04E0982F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1119A6-9F81-E70F-37CC-533140E9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78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E2F26-372B-5E64-684E-7E8BF1A7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981E3-4387-9BCA-914E-236D18C28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246088-E6C2-0905-A706-8E58DEEA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7237EA-2472-4EDD-7993-6225BDCE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67DE-C713-FC8F-00BA-068CF4D7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CEA67E-5680-76DF-86E2-7C579FB2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07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C7237-CFA9-A9AC-FDD7-87D8ACFB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ACA8E5-7EA0-4CD0-6C71-E4F2B5BA3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7583DE-1989-735E-7241-9F2F768DF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C685E7-E77D-18D4-423E-E7D73FAC0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1CE51F-1F7F-88A5-F5A3-48558EDE8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44A29E-B479-BD9F-F7F5-8F5894AB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09AB04-D0D0-B6B3-DCB1-8AC26DB6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7628D4-8B76-EE17-D8C8-1B8411FA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7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A7E0C-C482-A2F6-BADC-7198DBFF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D3B41B-A52D-D225-DA3C-2E3C63EA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33EB7F-42C1-9A39-3155-0069E51E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31C6C-993F-7DFE-8B15-B12EC5DC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D379D4-66B9-A4FB-E646-16B5E95B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BC95B1-813E-3511-6289-7774C0EF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FCAF8E-53A0-60E8-9B06-B1C8C209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7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A1E33-FE95-2BB5-AC47-AABF39F2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AB8AA-44E8-0B30-AD8F-D3070CB7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5B0E9F-23B4-8296-4E6B-4F2EFA779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4ECF03-CEDA-0633-7D62-9974A08D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A678EA-1B35-A1D6-7CC5-91197819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689977-FD83-247C-E872-215DB19F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46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B5CEE-8AC3-C8AA-B396-B6E8010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A3031D-31C8-7308-D4B3-781977F32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A44BB1-F40F-663D-6B28-1A31DC71E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20C2C4-D657-A0E2-0C47-B25366D7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186A47-9786-CED4-98BE-6AC158EE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EAFCC1-7E7C-0996-5935-F41D2A99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57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69E96-0E79-03F2-4617-B4EF5A10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3B157F-3A47-F6DC-8FDF-BFA3ABEDF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16233-CD5C-9E27-0D38-59925DA1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F64A1-8374-21BD-91C6-3ECA40B6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1018E-A124-7FA3-1D36-7E48013E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8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03545F-45EC-B980-CD06-74C0F69F0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436FD8-4F4A-416F-035E-CCA9609D5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14375-7A83-F897-BEFA-60F1C033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AFAB1A-52AA-E4E6-361E-A8091B83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E5C2C-6E5D-030A-A34F-5CF92999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B84318-AEA3-D0A0-7583-FD8177EE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3E31A8-EE39-8A9F-EF4A-AE97CCD24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DD7ECF-8047-4B7D-8E61-7F39B6B4A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F69B0-41ED-49C5-8B4B-58091D39838E}" type="datetimeFigureOut">
              <a:rPr lang="ko-KR" altLang="en-US" smtClean="0"/>
              <a:t>2026-04-25 Sat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50284C-CAFD-5F87-6951-E1C7D0DC5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1EE4F4-AA5C-9700-FF60-8025E5CEA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1B8D-0309-44C1-BA8F-7C7378CE1E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49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33B2005-E379-5281-B894-C7A770DE4909}"/>
              </a:ext>
            </a:extLst>
          </p:cNvPr>
          <p:cNvSpPr txBox="1"/>
          <p:nvPr/>
        </p:nvSpPr>
        <p:spPr>
          <a:xfrm>
            <a:off x="65942" y="615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내용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56E76-E16A-F260-3015-9E0501FCEFBE}"/>
              </a:ext>
            </a:extLst>
          </p:cNvPr>
          <p:cNvSpPr txBox="1"/>
          <p:nvPr/>
        </p:nvSpPr>
        <p:spPr>
          <a:xfrm>
            <a:off x="153865" y="512883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069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171450" indent="-171450" algn="l">
          <a:buFont typeface="Arial" panose="020B0604020202020204" pitchFamily="34" charset="0"/>
          <a:buChar char="•"/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김재학</dc:creator>
  <cp:lastModifiedBy>김재학</cp:lastModifiedBy>
  <cp:revision>4</cp:revision>
  <dcterms:created xsi:type="dcterms:W3CDTF">2026-04-25T01:28:29Z</dcterms:created>
  <dcterms:modified xsi:type="dcterms:W3CDTF">2026-04-25T01:36:05Z</dcterms:modified>
</cp:coreProperties>
</file>