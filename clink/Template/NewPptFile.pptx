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370" autoAdjust="0"/>
  </p:normalViewPr>
  <p:slideViewPr>
    <p:cSldViewPr snapToGrid="0">
      <p:cViewPr varScale="1">
        <p:scale>
          <a:sx n="107" d="100"/>
          <a:sy n="107" d="100"/>
        </p:scale>
        <p:origin x="6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DA2D17-2E6F-41CA-ABE2-E5D705B5D76C}" type="datetimeFigureOut">
              <a:rPr lang="ko-KR" altLang="en-US" smtClean="0"/>
              <a:t>2025-11-29 Sat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B8E99A-A821-4878-BB7E-B74749CD068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0004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B8E99A-A821-4878-BB7E-B74749CD068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4174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2A716-02CA-48D4-6997-761BF4DD9B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E3E6B27-1758-086C-A81B-9A85B3134D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A52008-BD30-ACF3-3BD3-A1463A45F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E6C3C-2F39-4241-810A-34D4FDFFAE1C}" type="datetimeFigureOut">
              <a:rPr lang="ko-KR" altLang="en-US" smtClean="0"/>
              <a:t>2025-11-29 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B04E679-BE52-3B6E-FB80-5348F0A4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3F7FF8-CFBC-C044-CA89-C49B63F91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EFF73-BC0A-4CE3-A41E-769B10041866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553D5E0-298C-6AD2-006F-ADA80AA8A7A4}"/>
              </a:ext>
            </a:extLst>
          </p:cNvPr>
          <p:cNvCxnSpPr/>
          <p:nvPr userDrawn="1"/>
        </p:nvCxnSpPr>
        <p:spPr>
          <a:xfrm>
            <a:off x="0" y="365125"/>
            <a:ext cx="12192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3112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9C13F2-56AC-3D10-A20D-9A5463114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83FAA6-20A9-3115-CAAB-8CCE44CCB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D68272-0B7F-EE99-6780-A9ABEF90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E6C3C-2F39-4241-810A-34D4FDFFAE1C}" type="datetimeFigureOut">
              <a:rPr lang="ko-KR" altLang="en-US" smtClean="0"/>
              <a:t>2025-11-29 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622B59-2186-0616-84CD-EC31ECD6E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242B18-CA0F-43A7-86D0-E4FE8606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EFF73-BC0A-4CE3-A41E-769B10041866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D67A912-76E2-A2B2-2888-D6D73893FC27}"/>
              </a:ext>
            </a:extLst>
          </p:cNvPr>
          <p:cNvCxnSpPr/>
          <p:nvPr userDrawn="1"/>
        </p:nvCxnSpPr>
        <p:spPr>
          <a:xfrm>
            <a:off x="0" y="365125"/>
            <a:ext cx="121920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282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C2F1E9-B2F5-664B-574B-2EB24BCAC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E0C892-8B7A-C1E2-2A14-D5CA9C036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F0C615-374F-A7D1-A1AD-B34C72497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E6C3C-2F39-4241-810A-34D4FDFFAE1C}" type="datetimeFigureOut">
              <a:rPr lang="ko-KR" altLang="en-US" smtClean="0"/>
              <a:t>2025-11-29 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1E7C45-3E39-8377-E252-B7EE3CE9A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043AD3-AB88-9851-C3AA-E4135793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EFF73-BC0A-4CE3-A41E-769B100418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7183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F0C6D2-83A0-FC7B-B123-0D16F82D6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CF8833-E813-5D3A-9958-DF91B86A29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E77FD-14BF-C93C-5103-204A6CBC4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BA68DA-1F60-08B8-45AF-B01814DA9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E6C3C-2F39-4241-810A-34D4FDFFAE1C}" type="datetimeFigureOut">
              <a:rPr lang="ko-KR" altLang="en-US" smtClean="0"/>
              <a:t>2025-11-29 Sat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7E2304-40CA-0603-AAF3-FD24C1BB2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B1E789-9071-EB73-6371-C684066C7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EFF73-BC0A-4CE3-A41E-769B100418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0366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FC480E-C0B4-8B18-69FD-F652D782D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67591F-CD8B-1AF9-5050-62688DABD7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FABF6DC-62CE-2E69-18FC-5086C402A1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4611928-8836-E6E4-11F2-3870CA8BA9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A47597A-D6F2-5B87-7394-D0B8EEB1E7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FEC301-2102-68D6-C8BB-E2E2B5D16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E6C3C-2F39-4241-810A-34D4FDFFAE1C}" type="datetimeFigureOut">
              <a:rPr lang="ko-KR" altLang="en-US" smtClean="0"/>
              <a:t>2025-11-29 Sat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962603-666B-0C9B-B64B-0CEB61931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2E15BED-C66D-E5FC-1E07-C451DE40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EFF73-BC0A-4CE3-A41E-769B100418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686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B678AC-A230-9B9F-9AF7-A48D0BDE6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E17CDDA-3CE4-46C2-B224-7F18F451F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E6C3C-2F39-4241-810A-34D4FDFFAE1C}" type="datetimeFigureOut">
              <a:rPr lang="ko-KR" altLang="en-US" smtClean="0"/>
              <a:t>2025-11-29 Sat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7BEF992-CF3C-9F6F-70ED-5544B6953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EF67E6-6B50-6DD3-1933-9C272456F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EFF73-BC0A-4CE3-A41E-769B100418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6938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3C4432D-AC9C-DB16-5BEB-5C5163C1E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E6C3C-2F39-4241-810A-34D4FDFFAE1C}" type="datetimeFigureOut">
              <a:rPr lang="ko-KR" altLang="en-US" smtClean="0"/>
              <a:t>2025-11-29 Sat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80F1EB1-D974-B7A1-9AC6-C1E0B740C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A0C2F6-56EF-FD79-EC01-9808044AA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EFF73-BC0A-4CE3-A41E-769B100418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160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C747E-2640-7B0D-78CA-C43D48875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2E7BAF-5DD8-A076-DB0D-8502BAA34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6A710F-797E-2369-21CA-EAEB831AD5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005ABF-F607-BBD2-CA5F-AD3465496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E6C3C-2F39-4241-810A-34D4FDFFAE1C}" type="datetimeFigureOut">
              <a:rPr lang="ko-KR" altLang="en-US" smtClean="0"/>
              <a:t>2025-11-29 Sat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A7540E-9952-F8E8-FAFE-6E859E5CC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EF0B22D-8A05-3AB3-5553-ADFF68E3E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EFF73-BC0A-4CE3-A41E-769B100418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6200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576DCD-2375-81E7-69B1-BFC1B8E7D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555D2D2-6511-4F59-3C76-6F6157A85E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4DAD9F-8A18-C041-408F-DD5800E9D7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5C7C07-3F62-C368-0672-169BDF59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E6C3C-2F39-4241-810A-34D4FDFFAE1C}" type="datetimeFigureOut">
              <a:rPr lang="ko-KR" altLang="en-US" smtClean="0"/>
              <a:t>2025-11-29 Sat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2A0573-6E4D-14DC-7112-AE7FB9863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A357F9-1E9D-20AF-F57A-6D753E669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EFF73-BC0A-4CE3-A41E-769B100418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0220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F7844A-0D66-6159-87D3-665612C3C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B486F89-EA7B-0809-02A8-AD84534E65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078FD5-9738-BC5C-2CE7-A89FD5D6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E6C3C-2F39-4241-810A-34D4FDFFAE1C}" type="datetimeFigureOut">
              <a:rPr lang="ko-KR" altLang="en-US" smtClean="0"/>
              <a:t>2025-11-29 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C66D91-E0CA-2913-4F0D-52A485A21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83D936-8513-A749-DD07-FB74B870B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EFF73-BC0A-4CE3-A41E-769B100418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0581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374ED23-7AB2-11C4-F5E7-CDFF953111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55912FD-8392-4219-122F-091C842579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358ACC-D4B4-CFAA-F399-D643996EA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FE6C3C-2F39-4241-810A-34D4FDFFAE1C}" type="datetimeFigureOut">
              <a:rPr lang="ko-KR" altLang="en-US" smtClean="0"/>
              <a:t>2025-11-29 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56352B-FC71-34A1-3349-32B44952D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30B4F8-22B5-EB3E-5F18-1F5E3A166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EFF73-BC0A-4CE3-A41E-769B100418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6375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82C2EBC-CD1C-AC9D-1C10-3C206ECE1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16D721-DE16-EDF4-56B0-A26C58BAD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8B6581-34B8-7383-BAF6-79DE0B4B95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FE6C3C-2F39-4241-810A-34D4FDFFAE1C}" type="datetimeFigureOut">
              <a:rPr lang="ko-KR" altLang="en-US" smtClean="0"/>
              <a:t>2025-11-29 Sat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DF2FAC-7A3D-6263-90AD-71A79541A2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3331D4-ADE8-7BFC-CB79-86BBA5BC94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1EFF73-BC0A-4CE3-A41E-769B100418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7525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3DC37ED-C1FC-2648-6791-4D16A7682E45}"/>
              </a:ext>
            </a:extLst>
          </p:cNvPr>
          <p:cNvSpPr txBox="1"/>
          <p:nvPr/>
        </p:nvSpPr>
        <p:spPr>
          <a:xfrm>
            <a:off x="0" y="0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E49783-F0B0-D1AA-F525-F6F0BCE76260}"/>
              </a:ext>
            </a:extLst>
          </p:cNvPr>
          <p:cNvSpPr txBox="1"/>
          <p:nvPr/>
        </p:nvSpPr>
        <p:spPr>
          <a:xfrm>
            <a:off x="66972" y="545953"/>
            <a:ext cx="6113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200">
                <a:latin typeface="+mn-ea"/>
              </a:rPr>
              <a:t>test</a:t>
            </a:r>
          </a:p>
        </p:txBody>
      </p:sp>
    </p:spTree>
    <p:extLst>
      <p:ext uri="{BB962C8B-B14F-4D97-AF65-F5344CB8AC3E}">
        <p14:creationId xmlns:p14="http://schemas.microsoft.com/office/powerpoint/2010/main" val="1156747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marL="171450" indent="-171450" algn="l">
          <a:spcAft>
            <a:spcPts val="600"/>
          </a:spcAft>
          <a:buFont typeface="Arial" panose="020B0604020202020204" pitchFamily="34" charset="0"/>
          <a:buChar char="•"/>
          <a:defRPr sz="1200" smtClean="0"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651</TotalTime>
  <Words>3</Words>
  <Application>Microsoft Office PowerPoint</Application>
  <PresentationFormat>와이드스크린</PresentationFormat>
  <Paragraphs>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jae hak kim</dc:creator>
  <cp:lastModifiedBy>김재학</cp:lastModifiedBy>
  <cp:revision>67</cp:revision>
  <dcterms:created xsi:type="dcterms:W3CDTF">2025-11-24T13:53:20Z</dcterms:created>
  <dcterms:modified xsi:type="dcterms:W3CDTF">2025-11-29T05:43:07Z</dcterms:modified>
</cp:coreProperties>
</file>